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260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548640"/>
            <a:ext cx="2011680" cy="2011680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2103120"/>
            <a:ext cx="1005840" cy="1005840"/>
          </a:xfrm>
          <a:prstGeom prst="ellipse">
            <a:avLst/>
          </a:prstGeom>
          <a:solidFill>
            <a:srgbClr val="4C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3291840"/>
            <a:ext cx="1463040" cy="1463040"/>
          </a:xfrm>
          <a:prstGeom prst="ellipse">
            <a:avLst/>
          </a:prstGeom>
          <a:solidFill>
            <a:srgbClr val="FFC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1323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0DC96"/>
                </a:solidFill>
                <a:latin typeface="Aptos"/>
              </a:defRPr>
            </a:pPr>
            <a:r>
              <a:t>HACKATHON PROJECT  •  MERN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498079" cy="1371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5F9FC"/>
                </a:solidFill>
                <a:latin typeface="Aptos"/>
              </a:defRPr>
            </a:pPr>
            <a:r>
              <a:t>SMART EV CHARGING</a:t>
            </a:r>
          </a:p>
          <a:p>
            <a:pPr algn="l">
              <a:spcAft>
                <a:spcPts val="800"/>
              </a:spcAft>
              <a:defRPr sz="3400" b="1">
                <a:solidFill>
                  <a:srgbClr val="F5F9FC"/>
                </a:solidFill>
                <a:latin typeface="Aptos"/>
              </a:defRPr>
            </a:pPr>
            <a:r>
              <a:t>STATION FINDER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40" y="2760560"/>
            <a:ext cx="676656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B4C5D5"/>
                </a:solidFill>
                <a:latin typeface="Aptos"/>
              </a:defRPr>
            </a:pPr>
            <a:r>
              <a:t>Find nearby chargers. Compare options.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4C5D5"/>
                </a:solidFill>
                <a:latin typeface="Aptos"/>
              </a:defRPr>
            </a:pPr>
            <a:r>
              <a:t>Choose the right station with confidence.</a:t>
            </a:r>
          </a:p>
        </p:txBody>
      </p:sp>
      <p:sp>
        <p:nvSpPr>
          <p:cNvPr id="8" name="Rounded Rectangle 7"/>
          <p:cNvSpPr/>
          <p:nvPr/>
        </p:nvSpPr>
        <p:spPr>
          <a:xfrm flipV="1">
            <a:off x="731520" y="3837490"/>
            <a:ext cx="4175760" cy="677788"/>
          </a:xfrm>
          <a:prstGeom prst="roundRect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2647045" y="4092171"/>
            <a:ext cx="10609944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0C192D"/>
                </a:solidFill>
                <a:latin typeface="Aptos"/>
              </a:defRPr>
            </a:pPr>
            <a:r>
              <a:rPr dirty="0"/>
              <a:t>SMART • FAST • CONVENIENT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429" y="4967427"/>
            <a:ext cx="5660571" cy="20939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B4C5D5"/>
                </a:solidFill>
                <a:latin typeface="Aptos"/>
              </a:defRPr>
            </a:pPr>
            <a:r>
              <a:rPr lang="en-IN" sz="2400" dirty="0"/>
              <a:t>25MVCSMR0504:L.BHANU TEJA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B4C5D5"/>
                </a:solidFill>
                <a:latin typeface="Aptos"/>
              </a:defRPr>
            </a:pPr>
            <a:r>
              <a:rPr lang="en-IN" sz="2400" dirty="0"/>
              <a:t>25MVCSMR0518:N.HARSHITH</a:t>
            </a:r>
          </a:p>
          <a:p>
            <a:pPr>
              <a:spcAft>
                <a:spcPts val="800"/>
              </a:spcAft>
              <a:defRPr sz="1100" b="0">
                <a:solidFill>
                  <a:srgbClr val="B4C5D5"/>
                </a:solidFill>
                <a:latin typeface="Aptos"/>
              </a:defRPr>
            </a:pPr>
            <a:r>
              <a:rPr lang="en-IN" sz="2400" dirty="0"/>
              <a:t>25MVCSMR0533:V.DHARANI MOHAN</a:t>
            </a:r>
          </a:p>
          <a:p>
            <a:pPr>
              <a:spcAft>
                <a:spcPts val="800"/>
              </a:spcAft>
              <a:defRPr sz="1100" b="0">
                <a:solidFill>
                  <a:srgbClr val="B4C5D5"/>
                </a:solidFill>
                <a:latin typeface="Aptos"/>
              </a:defRPr>
            </a:pPr>
            <a:r>
              <a:rPr lang="en-IN" sz="2400" dirty="0"/>
              <a:t>25MVCSMR0539:Y.PRAGATH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B4C5D5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F5F9FC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868680"/>
            <a:ext cx="914400" cy="54864"/>
          </a:xfrm>
          <a:prstGeom prst="rect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B4C5D5"/>
                </a:solidFill>
                <a:latin typeface="Aptos"/>
              </a:defRPr>
            </a:pPr>
            <a:r>
              <a:t>Why a smart charging assistant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02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303520" cy="429768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6634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FFC54A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9689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33856" y="2514600"/>
            <a:ext cx="4352544" cy="8961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5F9FC"/>
                </a:solidFill>
                <a:latin typeface="Aptos"/>
              </a:defRPr>
            </a:pPr>
            <a:r>
              <a:t>Drivers struggle to locate nearby EV chargers.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51129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3856" y="3429000"/>
            <a:ext cx="4352544" cy="8961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5F9FC"/>
                </a:solidFill>
                <a:latin typeface="Aptos"/>
              </a:defRPr>
            </a:pPr>
            <a:r>
              <a:t>Availability and connector compatibility may be unclear.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42569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33856" y="4343400"/>
            <a:ext cx="4352544" cy="8961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5F9FC"/>
                </a:solidFill>
                <a:latin typeface="Aptos"/>
              </a:defRPr>
            </a:pPr>
            <a:r>
              <a:t>Prices and station ratings are difficult to compare quickly.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5303520" cy="429768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874519"/>
            <a:ext cx="46634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0DC96"/>
                </a:solidFill>
                <a:latin typeface="Aptos"/>
              </a:defRPr>
            </a:pPr>
            <a:r>
              <a:t>OUR OBJECTIVES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0" y="259689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03136" y="2514600"/>
            <a:ext cx="4352544" cy="8961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5F9FC"/>
                </a:solidFill>
                <a:latin typeface="Aptos"/>
              </a:defRPr>
            </a:pPr>
            <a:r>
              <a:t>Search stations by location or map.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351129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03136" y="3429000"/>
            <a:ext cx="4352544" cy="8961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5F9FC"/>
                </a:solidFill>
                <a:latin typeface="Aptos"/>
              </a:defRPr>
            </a:pPr>
            <a:r>
              <a:t>Filter by distance, charger type, price and availability.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442569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03136" y="4343400"/>
            <a:ext cx="4352544" cy="8961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5F9FC"/>
                </a:solidFill>
                <a:latin typeface="Aptos"/>
              </a:defRPr>
            </a:pPr>
            <a:r>
              <a:t>Recommend stations based on user priorities.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F5F9FC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868680"/>
            <a:ext cx="914400" cy="54864"/>
          </a:xfrm>
          <a:prstGeom prst="rect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B4C5D5"/>
                </a:solidFill>
                <a:latin typeface="Aptos"/>
              </a:defRPr>
            </a:pPr>
            <a:r>
              <a:t>More than a map: useful station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03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246120" cy="16916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691639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0DC9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57400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9FC"/>
                </a:solidFill>
                <a:latin typeface="Aptos"/>
              </a:defRPr>
            </a:pPr>
            <a:r>
              <a:t>Nearby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283464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B4C5D5"/>
                </a:solidFill>
                <a:latin typeface="Aptos"/>
              </a:defRPr>
            </a:pPr>
            <a:r>
              <a:t>Find stations using a typed location or device location.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554480"/>
            <a:ext cx="3246120" cy="16916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691639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0DC9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57400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9FC"/>
                </a:solidFill>
                <a:latin typeface="Aptos"/>
              </a:defRPr>
            </a:pPr>
            <a:r>
              <a:t>Interactive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468880"/>
            <a:ext cx="283464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B4C5D5"/>
                </a:solidFill>
                <a:latin typeface="Aptos"/>
              </a:defRPr>
            </a:pPr>
            <a:r>
              <a:t>View station pins with Leaflet and OpenStreetMap.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554480"/>
            <a:ext cx="3246120" cy="16916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1691639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0DC9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057400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9FC"/>
                </a:solidFill>
                <a:latin typeface="Aptos"/>
              </a:defRPr>
            </a:pPr>
            <a:r>
              <a:t>Smart 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468880"/>
            <a:ext cx="283464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B4C5D5"/>
                </a:solidFill>
                <a:latin typeface="Aptos"/>
              </a:defRPr>
            </a:pPr>
            <a:r>
              <a:t>Choose connector type, price range and availability.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3246120" cy="16916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79476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0DC9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160520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9FC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572000"/>
            <a:ext cx="283464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B4C5D5"/>
                </a:solidFill>
                <a:latin typeface="Aptos"/>
              </a:defRPr>
            </a:pPr>
            <a:r>
              <a:t>Rank options by distance, cost and open chargers.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657600"/>
            <a:ext cx="3246120" cy="16916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379476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0DC9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160520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9FC"/>
                </a:solidFill>
                <a:latin typeface="Aptos"/>
              </a:defRPr>
            </a:pPr>
            <a:r>
              <a:t>Station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572000"/>
            <a:ext cx="283464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B4C5D5"/>
                </a:solidFill>
                <a:latin typeface="Aptos"/>
              </a:defRPr>
            </a:pPr>
            <a:r>
              <a:t>Review pricing, charger information and ratings.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3657600"/>
            <a:ext cx="3246120" cy="16916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379476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0DC9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160520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9FC"/>
                </a:solidFill>
                <a:latin typeface="Aptos"/>
              </a:defRPr>
            </a:pPr>
            <a:r>
              <a:t>Admin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572000"/>
            <a:ext cx="283464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B4C5D5"/>
                </a:solidFill>
                <a:latin typeface="Aptos"/>
              </a:defRPr>
            </a:pPr>
            <a:r>
              <a:t>Create, update and remove station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F5F9FC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868680"/>
            <a:ext cx="914400" cy="54864"/>
          </a:xfrm>
          <a:prstGeom prst="rect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B4C5D5"/>
                </a:solidFill>
                <a:latin typeface="Aptos"/>
              </a:defRPr>
            </a:pPr>
            <a:r>
              <a:t>MERN foundation with mapping and deployment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04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698480" cy="658368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18488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00DC96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618488"/>
            <a:ext cx="67665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F5F9FC"/>
                </a:solidFill>
                <a:latin typeface="Aptos"/>
              </a:defRPr>
            </a:pPr>
            <a:r>
              <a:t>Responsive user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59152"/>
            <a:ext cx="10698480" cy="658368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00DC96"/>
                </a:solidFill>
                <a:latin typeface="Aptos"/>
              </a:defRPr>
            </a:pPr>
            <a:r>
              <a:t>NODE.JS + 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68880"/>
            <a:ext cx="67665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F5F9FC"/>
                </a:solidFill>
                <a:latin typeface="Aptos"/>
              </a:defRPr>
            </a:pPr>
            <a:r>
              <a:t>REST API and backend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9544"/>
            <a:ext cx="10698480" cy="658368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319272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00DC96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319272"/>
            <a:ext cx="67665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F5F9FC"/>
                </a:solidFill>
                <a:latin typeface="Aptos"/>
              </a:defRPr>
            </a:pPr>
            <a:r>
              <a:t>Station, charger and rating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59935"/>
            <a:ext cx="10698480" cy="658368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169663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00DC96"/>
                </a:solidFill>
                <a:latin typeface="Aptos"/>
              </a:defRPr>
            </a:pPr>
            <a:r>
              <a:t>LEAFLET + OSM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169663"/>
            <a:ext cx="67665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F5F9FC"/>
                </a:solidFill>
                <a:latin typeface="Aptos"/>
              </a:defRPr>
            </a:pPr>
            <a:r>
              <a:t>Interactive map and map tiles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10328"/>
            <a:ext cx="10698480" cy="658368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5020056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00DC96"/>
                </a:solidFill>
                <a:latin typeface="Aptos"/>
              </a:defRPr>
            </a:pPr>
            <a:r>
              <a:t>DOCKER + GITHUB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5020056"/>
            <a:ext cx="67665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F5F9FC"/>
                </a:solidFill>
                <a:latin typeface="Aptos"/>
              </a:defRPr>
            </a:pPr>
            <a:r>
              <a:t>Packaging, testing and deployment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C54A"/>
                </a:solidFill>
                <a:latin typeface="Aptos"/>
              </a:defRPr>
            </a:pPr>
            <a:r>
              <a:t>Architecture: React frontend  →  Express/Node API  →  MongoDB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F5F9FC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868680"/>
            <a:ext cx="914400" cy="54864"/>
          </a:xfrm>
          <a:prstGeom prst="rect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B4C5D5"/>
                </a:solidFill>
                <a:latin typeface="Aptos"/>
              </a:defRPr>
            </a:pPr>
            <a:r>
              <a:t>How a user finds the best-fit charging station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05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057400" cy="23774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1572768"/>
            <a:ext cx="566928" cy="566928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2728" y="1682496"/>
            <a:ext cx="566928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C192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31720"/>
            <a:ext cx="17373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5F9FC"/>
                </a:solidFill>
                <a:latin typeface="Aptos"/>
              </a:defRPr>
            </a:pPr>
            <a:r>
              <a:t>Enter 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880360"/>
            <a:ext cx="1737360" cy="10515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B4C5D5"/>
                </a:solidFill>
                <a:latin typeface="Aptos"/>
              </a:defRPr>
            </a:pPr>
            <a:r>
              <a:t>Search by place or allow location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743200"/>
            <a:ext cx="27432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DC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1920240"/>
            <a:ext cx="2057400" cy="23774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11879" y="1572768"/>
            <a:ext cx="566928" cy="566928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79" y="1682496"/>
            <a:ext cx="566928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C192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331720"/>
            <a:ext cx="17373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5F9FC"/>
                </a:solidFill>
                <a:latin typeface="Aptos"/>
              </a:defRPr>
            </a:pPr>
            <a:r>
              <a:t>Request stations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2880360"/>
            <a:ext cx="1737360" cy="10515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B4C5D5"/>
                </a:solidFill>
                <a:latin typeface="Aptos"/>
              </a:defRPr>
            </a:pPr>
            <a:r>
              <a:t>React sends a request to the backend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2743200"/>
            <a:ext cx="27432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DC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21224" y="1920240"/>
            <a:ext cx="2057400" cy="23774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71032" y="1572768"/>
            <a:ext cx="566928" cy="566928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71032" y="1682496"/>
            <a:ext cx="566928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C192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2331720"/>
            <a:ext cx="17373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5F9FC"/>
                </a:solidFill>
                <a:latin typeface="Aptos"/>
              </a:defRPr>
            </a:pPr>
            <a:r>
              <a:t>Query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5816" y="2880360"/>
            <a:ext cx="1737360" cy="10515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B4C5D5"/>
                </a:solidFill>
                <a:latin typeface="Aptos"/>
              </a:defRPr>
            </a:pPr>
            <a:r>
              <a:t>Backend filters station records in MongoDB.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2743200"/>
            <a:ext cx="27432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DC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0376" y="1920240"/>
            <a:ext cx="2057400" cy="23774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30184" y="1572768"/>
            <a:ext cx="566928" cy="566928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0184" y="1682496"/>
            <a:ext cx="566928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C192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8" y="2331720"/>
            <a:ext cx="17373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5F9FC"/>
                </a:solidFill>
                <a:latin typeface="Aptos"/>
              </a:defRPr>
            </a:pPr>
            <a:r>
              <a:t>Rank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8" y="2880360"/>
            <a:ext cx="1737360" cy="10515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B4C5D5"/>
                </a:solidFill>
                <a:latin typeface="Aptos"/>
              </a:defRPr>
            </a:pPr>
            <a:r>
              <a:t>Score distance, compatibility, availability and price.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208" y="2743200"/>
            <a:ext cx="27432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DC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39528" y="1920240"/>
            <a:ext cx="2057400" cy="23774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689336" y="1572768"/>
            <a:ext cx="566928" cy="566928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89336" y="1682496"/>
            <a:ext cx="566928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C192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2331720"/>
            <a:ext cx="17373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5F9FC"/>
                </a:solidFill>
                <a:latin typeface="Aptos"/>
              </a:defRPr>
            </a:pPr>
            <a:r>
              <a:t>Choose station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2880360"/>
            <a:ext cx="1737360" cy="10515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B4C5D5"/>
                </a:solidFill>
                <a:latin typeface="Aptos"/>
              </a:defRPr>
            </a:pPr>
            <a:r>
              <a:t>View details and open navigation.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892040"/>
            <a:ext cx="10241280" cy="685800"/>
          </a:xfrm>
          <a:prstGeom prst="roundRect">
            <a:avLst/>
          </a:prstGeom>
          <a:solidFill>
            <a:srgbClr val="18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43000" y="5074920"/>
            <a:ext cx="97840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00DC96"/>
                </a:solidFill>
                <a:latin typeface="Aptos"/>
              </a:defRPr>
            </a:pPr>
            <a:r>
              <a:t>Important: live availability needs a reliable operator/data-provider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F5F9FC"/>
                </a:solidFill>
                <a:latin typeface="Aptos"/>
              </a:defRPr>
            </a:pPr>
            <a:r>
              <a:t>Backend Design &amp; Smart Ranking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868680"/>
            <a:ext cx="914400" cy="54864"/>
          </a:xfrm>
          <a:prstGeom prst="rect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B4C5D5"/>
                </a:solidFill>
                <a:latin typeface="Aptos"/>
              </a:defRPr>
            </a:pPr>
            <a:r>
              <a:t>Built for reliable APIs and future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06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29000" cy="12344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00DC96"/>
                </a:solidFill>
                <a:latin typeface="Aptos"/>
              </a:defRPr>
            </a:pPr>
            <a:r>
              <a:t>STATION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67712"/>
            <a:ext cx="30632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B4C5D5"/>
                </a:solidFill>
                <a:latin typeface="Aptos"/>
              </a:defRPr>
            </a:pPr>
            <a:r>
              <a:t>CRUD • geospatial search • connector filters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429000" cy="12344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874519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00DC96"/>
                </a:solidFill>
                <a:latin typeface="Aptos"/>
              </a:defRPr>
            </a:pPr>
            <a:r>
              <a:t>AVAILABILITY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67712"/>
            <a:ext cx="30632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B4C5D5"/>
                </a:solidFill>
                <a:latin typeface="Aptos"/>
              </a:defRPr>
            </a:pPr>
            <a:r>
              <a:t>Status updates • available/occupied 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429000" cy="12344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874519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00DC96"/>
                </a:solidFill>
                <a:latin typeface="Aptos"/>
              </a:defRPr>
            </a:pPr>
            <a:r>
              <a:t>RECOMMENDATION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67712"/>
            <a:ext cx="30632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B4C5D5"/>
                </a:solidFill>
                <a:latin typeface="Aptos"/>
              </a:defRPr>
            </a:pPr>
            <a:r>
              <a:t>Distance • price • compatibility • ratings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475488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5F9FC"/>
                </a:solidFill>
                <a:latin typeface="Aptos"/>
              </a:defRPr>
            </a:pPr>
            <a:r>
              <a:t>Example sample station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03320"/>
            <a:ext cx="2286000" cy="347472"/>
          </a:xfrm>
          <a:prstGeom prst="rect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758183"/>
            <a:ext cx="213969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0C192D"/>
                </a:solidFill>
                <a:latin typeface="Aptos"/>
              </a:defRPr>
            </a:pPr>
            <a:r>
              <a:t>Station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703320"/>
            <a:ext cx="1463040" cy="347472"/>
          </a:xfrm>
          <a:prstGeom prst="rect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90672" y="3758183"/>
            <a:ext cx="131673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0C192D"/>
                </a:solidFill>
                <a:latin typeface="Aptos"/>
              </a:defRPr>
            </a:pPr>
            <a:r>
              <a:t>Distance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3703320"/>
            <a:ext cx="1645920" cy="347472"/>
          </a:xfrm>
          <a:prstGeom prst="rect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53712" y="3758183"/>
            <a:ext cx="149961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0C192D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703320"/>
            <a:ext cx="1463040" cy="347472"/>
          </a:xfrm>
          <a:prstGeom prst="rect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99632" y="3758183"/>
            <a:ext cx="131673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0C192D"/>
                </a:solidFill>
                <a:latin typeface="Aptos"/>
              </a:defRPr>
            </a:pPr>
            <a:r>
              <a:t>₹ / kWh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096511"/>
            <a:ext cx="2286000" cy="347472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4151375"/>
            <a:ext cx="213969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F5F9FC"/>
                </a:solidFill>
                <a:latin typeface="Aptos"/>
              </a:defRPr>
            </a:pPr>
            <a:r>
              <a:t>Station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4096511"/>
            <a:ext cx="1463040" cy="347472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90672" y="4151375"/>
            <a:ext cx="131673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F5F9FC"/>
                </a:solidFill>
                <a:latin typeface="Aptos"/>
              </a:defRPr>
            </a:pPr>
            <a:r>
              <a:t>1.2 km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4096511"/>
            <a:ext cx="1645920" cy="347472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53712" y="4151375"/>
            <a:ext cx="149961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F5F9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096511"/>
            <a:ext cx="1463040" cy="347472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9632" y="4151375"/>
            <a:ext cx="131673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F5F9F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489704"/>
            <a:ext cx="2286000" cy="347472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4544568"/>
            <a:ext cx="213969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F5F9FC"/>
                </a:solidFill>
                <a:latin typeface="Aptos"/>
              </a:defRPr>
            </a:pPr>
            <a:r>
              <a:t>Station 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4489704"/>
            <a:ext cx="1463040" cy="347472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90672" y="4544568"/>
            <a:ext cx="131673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F5F9FC"/>
                </a:solidFill>
                <a:latin typeface="Aptos"/>
              </a:defRPr>
            </a:pPr>
            <a:r>
              <a:t>2.5 km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4489704"/>
            <a:ext cx="1645920" cy="347472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53712" y="4544568"/>
            <a:ext cx="149961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F5F9F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4489704"/>
            <a:ext cx="1463040" cy="347472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99632" y="4544568"/>
            <a:ext cx="131673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F5F9F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882896"/>
            <a:ext cx="2286000" cy="347472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672" y="4937759"/>
            <a:ext cx="213969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F5F9FC"/>
                </a:solidFill>
                <a:latin typeface="Aptos"/>
              </a:defRPr>
            </a:pPr>
            <a:r>
              <a:t>Station 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4882896"/>
            <a:ext cx="1463040" cy="347472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090672" y="4937759"/>
            <a:ext cx="131673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F5F9FC"/>
                </a:solidFill>
                <a:latin typeface="Aptos"/>
              </a:defRPr>
            </a:pPr>
            <a:r>
              <a:t>3.0 km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560" y="4882896"/>
            <a:ext cx="1645920" cy="347472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53712" y="4937759"/>
            <a:ext cx="149961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F5F9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4882896"/>
            <a:ext cx="1463040" cy="347472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99632" y="4937759"/>
            <a:ext cx="131673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F5F9F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98079" y="3429000"/>
            <a:ext cx="3931920" cy="21488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0" y="3657600"/>
            <a:ext cx="3383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FFC54A"/>
                </a:solidFill>
                <a:latin typeface="Aptos"/>
              </a:defRPr>
            </a:pPr>
            <a:r>
              <a:t>SCALABILITY CHECKLIST</a:t>
            </a:r>
          </a:p>
        </p:txBody>
      </p:sp>
      <p:sp>
        <p:nvSpPr>
          <p:cNvPr id="50" name="Oval 49"/>
          <p:cNvSpPr/>
          <p:nvPr/>
        </p:nvSpPr>
        <p:spPr>
          <a:xfrm>
            <a:off x="7818120" y="424281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37576" y="4160520"/>
            <a:ext cx="307238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F5F9FC"/>
                </a:solidFill>
                <a:latin typeface="Aptos"/>
              </a:defRPr>
            </a:pPr>
            <a:r>
              <a:t>Index location and filter fields</a:t>
            </a:r>
          </a:p>
        </p:txBody>
      </p:sp>
      <p:sp>
        <p:nvSpPr>
          <p:cNvPr id="52" name="Oval 51"/>
          <p:cNvSpPr/>
          <p:nvPr/>
        </p:nvSpPr>
        <p:spPr>
          <a:xfrm>
            <a:off x="7818120" y="465429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37576" y="4572000"/>
            <a:ext cx="307238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F5F9FC"/>
                </a:solidFill>
                <a:latin typeface="Aptos"/>
              </a:defRPr>
            </a:pPr>
            <a:r>
              <a:t>Validate inputs and secure admin APIs</a:t>
            </a:r>
          </a:p>
        </p:txBody>
      </p:sp>
      <p:sp>
        <p:nvSpPr>
          <p:cNvPr id="54" name="Oval 53"/>
          <p:cNvSpPr/>
          <p:nvPr/>
        </p:nvSpPr>
        <p:spPr>
          <a:xfrm>
            <a:off x="7818120" y="506577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37576" y="4983480"/>
            <a:ext cx="307238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F5F9FC"/>
                </a:solidFill>
                <a:latin typeface="Aptos"/>
              </a:defRPr>
            </a:pPr>
            <a:r>
              <a:t>Add caching and monitoring as needed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715000"/>
            <a:ext cx="106070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B4C5D5"/>
                </a:solidFill>
                <a:latin typeface="Aptos"/>
              </a:defRPr>
            </a:pPr>
            <a:r>
              <a:t>Sample values are illustrative. Recommendation weights can be tuned to user priorities.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F5F9FC"/>
                </a:solidFill>
                <a:latin typeface="Aptos"/>
              </a:defRPr>
            </a:pPr>
            <a:r>
              <a:t>Expected Outcome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868680"/>
            <a:ext cx="914400" cy="54864"/>
          </a:xfrm>
          <a:prstGeom prst="rect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B4C5D5"/>
                </a:solidFill>
                <a:latin typeface="Aptos"/>
              </a:defRPr>
            </a:pPr>
            <a:r>
              <a:t>A practical MVP that can grow into a production-ready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07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03520" cy="434340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0DC96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50545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9576" y="2423160"/>
            <a:ext cx="4352544" cy="6675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9FC"/>
                </a:solidFill>
                <a:latin typeface="Aptos"/>
              </a:defRPr>
            </a:pPr>
            <a:r>
              <a:t>One place to discover and compare EV stations.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19125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9576" y="3108960"/>
            <a:ext cx="4352544" cy="6675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9FC"/>
                </a:solidFill>
                <a:latin typeface="Aptos"/>
              </a:defRPr>
            </a:pPr>
            <a:r>
              <a:t>Faster decisions using filters and ranked results.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87705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9576" y="3794760"/>
            <a:ext cx="4352544" cy="6675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9FC"/>
                </a:solidFill>
                <a:latin typeface="Aptos"/>
              </a:defRPr>
            </a:pPr>
            <a:r>
              <a:t>Maintainable MERN application with REST APIs.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56285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9576" y="4480560"/>
            <a:ext cx="4352544" cy="6675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9FC"/>
                </a:solidFill>
                <a:latin typeface="Aptos"/>
              </a:defRPr>
            </a:pPr>
            <a:r>
              <a:t>Demo-ready map, station records and admin workflow.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08760"/>
            <a:ext cx="5303520" cy="434340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783080"/>
            <a:ext cx="45720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FFC54A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250545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03136" y="2423160"/>
            <a:ext cx="4352544" cy="6675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9FC"/>
                </a:solidFill>
                <a:latin typeface="Aptos"/>
              </a:defRPr>
            </a:pPr>
            <a:r>
              <a:t>Real-time charger status from operator APIs.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319125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03136" y="3108960"/>
            <a:ext cx="4352544" cy="6675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9FC"/>
                </a:solidFill>
                <a:latin typeface="Aptos"/>
              </a:defRPr>
            </a:pPr>
            <a:r>
              <a:t>User accounts, saved stations and bookings.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387705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6" y="3794760"/>
            <a:ext cx="4352544" cy="6675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9FC"/>
                </a:solidFill>
                <a:latin typeface="Aptos"/>
              </a:defRPr>
            </a:pPr>
            <a:r>
              <a:t>Docker deployment and CI/CD pipeline.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4562856"/>
            <a:ext cx="100584" cy="100584"/>
          </a:xfrm>
          <a:prstGeom prst="ellipse">
            <a:avLst/>
          </a:prstGeom>
          <a:solidFill>
            <a:srgbClr val="0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03136" y="4480560"/>
            <a:ext cx="4352544" cy="6675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F5F9FC"/>
                </a:solidFill>
                <a:latin typeface="Aptos"/>
              </a:defRPr>
            </a:pPr>
            <a:r>
              <a:t>Usage analytics and smarter personalized ranking.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26480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00DC96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546</Words>
  <Application>Microsoft Office PowerPoint</Application>
  <PresentationFormat>Widescreen</PresentationFormat>
  <Paragraphs>125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rajasekharreddy eppagunta</cp:lastModifiedBy>
  <cp:revision>2</cp:revision>
  <dcterms:created xsi:type="dcterms:W3CDTF">2013-01-27T09:14:16Z</dcterms:created>
  <dcterms:modified xsi:type="dcterms:W3CDTF">2026-10-10T09:18:10Z</dcterms:modified>
  <cp:category/>
</cp:coreProperties>
</file>